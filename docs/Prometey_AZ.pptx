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405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z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847" y="0"/>
            <a:ext cx="457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306887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584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A8CC"/>
                </a:solidFill>
              </a:defRPr>
            </a:pPr>
            <a:r>
              <a:t>Mündəricat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0972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A8CC"/>
                </a:solidFill>
              </a:defRPr>
            </a:pPr>
            <a:r>
              <a:t>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10972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Sistem icmalı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0972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888888"/>
                </a:solidFill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6916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A8CC"/>
                </a:solidFill>
              </a:defRPr>
            </a:pPr>
            <a:r>
              <a:t>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6916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VPS quraşdırması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69164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888888"/>
                </a:solidFill>
              </a:defRPr>
            </a:pPr>
            <a: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2860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A8CC"/>
                </a:solidFill>
              </a:defRPr>
            </a:pPr>
            <a:r>
              <a:t>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2860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Obyektə quraşdırma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2860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888888"/>
                </a:solidFill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8803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A8CC"/>
                </a:solidFill>
              </a:defRPr>
            </a:pPr>
            <a:r>
              <a:t>4.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28803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Klient interfeysi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88036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888888"/>
                </a:solidFill>
              </a:defRPr>
            </a:pPr>
            <a:r>
              <a:t>6-16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4747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A8CC"/>
                </a:solidFill>
              </a:defRPr>
            </a:pPr>
            <a:r>
              <a:t>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34747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Çoxlu kabinetlər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4747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888888"/>
                </a:solidFill>
              </a:defRPr>
            </a:pPr>
            <a:r>
              <a:t>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0690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A8CC"/>
                </a:solidFill>
              </a:defRPr>
            </a:pPr>
            <a:r>
              <a:t>6.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40690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Yeniləmə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0690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888888"/>
                </a:solidFill>
              </a:defRPr>
            </a:pPr>
            <a:r>
              <a:t>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6634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A8CC"/>
                </a:solidFill>
              </a:defRPr>
            </a:pPr>
            <a:r>
              <a:t>7.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46634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Diaqnostika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466344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888888"/>
                </a:solidFill>
              </a:defRPr>
            </a:pPr>
            <a:r>
              <a:t>19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306887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584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A8CC"/>
                </a:solidFill>
              </a:defRPr>
            </a:pPr>
            <a:r>
              <a:t>1. Sistem icmalı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Prometey — Windows maşınlarını veb-brauzer vasitəsilə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uzaqdan idarə etmək üçün nəzərdə tutulmuş sistemdir.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Üç komponent: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• Obyekt — Windows DLL (pnpext.dll), svchost.exe yükləyir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• VPS Relay — Python WebSocket serveri, nginx + TLS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• Veb-klient — HTML5, istənilən brauzerdə işləyir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İmkanlar: H.264/WebRTC video, fayl meneceri, terminal,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proses/xidmət idarəsi, səs yazısı, ekran şəkilləri,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registr, hadisə jurnalı, təhlükə monitorinqi</a:t>
            </a:r>
          </a:p>
        </p:txBody>
      </p:sp>
      <p:pic>
        <p:nvPicPr>
          <p:cNvPr id="5" name="Picture 4" descr="syn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097280"/>
            <a:ext cx="566928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306887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584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A8CC"/>
                </a:solidFill>
              </a:defRPr>
            </a:pPr>
            <a:r>
              <a:t>2. VPS quraşdırması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Tələblər: Ubuntu 20.04+ / Debian 11+, root, 1+ GB RAM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1. Faylları VPS-ə yükləyin (scp ilə)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2. sudo bash deploy-vps.sh işə salın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3. Skript avtomatik: nginx, relay, coturn, TLS, portlar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Nəticə: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• Veb-klient: https://VPS_IP/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• Obyekt: wss://VPS_IP:443/host</a:t>
            </a:r>
          </a:p>
        </p:txBody>
      </p:sp>
      <p:pic>
        <p:nvPicPr>
          <p:cNvPr id="5" name="Picture 4" descr="syn_vps_deplo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914400"/>
            <a:ext cx="640080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306887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584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A8CC"/>
                </a:solidFill>
              </a:defRPr>
            </a:pPr>
            <a:r>
              <a:t>3. Obyektə quraşdırma (Windows)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svchost.exe ServiceDll mexanizmi (Windows standart)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Fayllar: pnpext.dll, pnpext.sys (şifrələnmiş konfiq)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Quraşdırma: install.bat Administrator kimi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Yoxlama: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• sc.exe qc WPnpSvc → svchost.exe -k PnpExtGroup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• netstat → VPS:443-ə 2 ESTABLISHED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Avto-başlanğıc: hər Windows yükləməsində</a:t>
            </a:r>
          </a:p>
        </p:txBody>
      </p:sp>
      <p:pic>
        <p:nvPicPr>
          <p:cNvPr id="5" name="Picture 4" descr="syn_host_inst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914400"/>
            <a:ext cx="5486400" cy="2560320"/>
          </a:xfrm>
          <a:prstGeom prst="rect">
            <a:avLst/>
          </a:prstGeom>
        </p:spPr>
      </p:pic>
      <p:pic>
        <p:nvPicPr>
          <p:cNvPr id="6" name="Picture 5" descr="syn_host_netsta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3840480"/>
            <a:ext cx="5486400" cy="1371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306887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584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A8CC"/>
                </a:solidFill>
              </a:defRPr>
            </a:pPr>
            <a:r>
              <a:t>4.1 Giriş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https://VPS_IP/ açın. Token və şifrəni daxil edin, Qoşul basın.</a:t>
            </a:r>
          </a:p>
        </p:txBody>
      </p:sp>
      <p:pic>
        <p:nvPicPr>
          <p:cNvPr id="5" name="Picture 4" descr="01_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8340" y="1737360"/>
            <a:ext cx="3475014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306887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584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A8CC"/>
                </a:solidFill>
              </a:defRPr>
            </a:pPr>
            <a:r>
              <a:t>4.2 Panel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RAM, CPU, GPU, İş vaxtı, Proseslər, Xidmətlər. Fəaliyyət jurnalı və tez əməliyyatlar.</a:t>
            </a:r>
          </a:p>
        </p:txBody>
      </p:sp>
      <p:pic>
        <p:nvPicPr>
          <p:cNvPr id="5" name="Picture 4" descr="04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995" y="1737360"/>
            <a:ext cx="9593704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306887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584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A8CC"/>
                </a:solidFill>
              </a:defRPr>
            </a:pPr>
            <a:r>
              <a:t>4.3 Ekran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Canlı masaüstü axını. H.264 WebRTC (UDP) və ya JPEG WebSocket (TCP, fallback).</a:t>
            </a:r>
          </a:p>
        </p:txBody>
      </p:sp>
      <p:pic>
        <p:nvPicPr>
          <p:cNvPr id="5" name="Picture 4" descr="06_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206" y="1737360"/>
            <a:ext cx="9673283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306887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584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A8CC"/>
                </a:solidFill>
              </a:defRPr>
            </a:pPr>
            <a:r>
              <a:t>4.4 Fayllar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Fayl meneceri: disklər, endirmə/yükləmə, qovluq yaratma, drag-and-drop. Sürət: ~2 MB/s.</a:t>
            </a:r>
          </a:p>
        </p:txBody>
      </p:sp>
      <p:pic>
        <p:nvPicPr>
          <p:cNvPr id="5" name="Picture 4" descr="07_fi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2952" y="1737360"/>
            <a:ext cx="9625791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306887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584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A8CC"/>
                </a:solidFill>
              </a:defRPr>
            </a:pPr>
            <a:r>
              <a:t>4.5 Proseslər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CPU%, yaddaş, thread-lər. Sıralama, Kill, proqram başlatma (Adi/Admin/Sistem).</a:t>
            </a:r>
          </a:p>
        </p:txBody>
      </p:sp>
      <p:pic>
        <p:nvPicPr>
          <p:cNvPr id="5" name="Picture 4" descr="08_process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287" y="1737360"/>
            <a:ext cx="965312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306887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584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A8CC"/>
                </a:solidFill>
              </a:defRPr>
            </a:pPr>
            <a:r>
              <a:t>4.6 Terminal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Uzaq CMD terminalı. ipconfig, systeminfo, dir, tasklist — real vaxtda.</a:t>
            </a:r>
          </a:p>
        </p:txBody>
      </p:sp>
      <p:pic>
        <p:nvPicPr>
          <p:cNvPr id="5" name="Picture 4" descr="09_term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442" y="1737360"/>
            <a:ext cx="963081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306887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584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A8CC"/>
                </a:solidFill>
              </a:defRPr>
            </a:pPr>
            <a:r>
              <a:t>4.7 Səs yazısı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Yaz / Canlı / Hər ikisi. DSP: səs təmizləyici, normallaşdırma, uğultu filtri. Ekvalayzeri.</a:t>
            </a:r>
          </a:p>
        </p:txBody>
      </p:sp>
      <p:pic>
        <p:nvPicPr>
          <p:cNvPr id="5" name="Picture 4" descr="10_aud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151" y="1737360"/>
            <a:ext cx="9641393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306887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584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A8CC"/>
                </a:solidFill>
              </a:defRPr>
            </a:pPr>
            <a:r>
              <a:t>4.8 Ekran şəkilləri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Avto-çəkmə: interval, keyfiyyət, miqyas. Tətbiqə görə filtr. Şəbəkə/Siyahı.</a:t>
            </a:r>
          </a:p>
        </p:txBody>
      </p:sp>
      <p:pic>
        <p:nvPicPr>
          <p:cNvPr id="5" name="Picture 4" descr="11_screensh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847" y="1737360"/>
            <a:ext cx="96520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306887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584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A8CC"/>
                </a:solidFill>
              </a:defRPr>
            </a:pPr>
            <a:r>
              <a:t>4.9 Xidmətlər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Windows xidmətləri: Başlat, Dayan, Yenidən başlat. Proqramlar: CSV ixrac.</a:t>
            </a:r>
          </a:p>
        </p:txBody>
      </p:sp>
      <p:pic>
        <p:nvPicPr>
          <p:cNvPr id="5" name="Picture 4" descr="13_serv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568" y="1737360"/>
            <a:ext cx="9652559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306887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584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A8CC"/>
                </a:solidFill>
              </a:defRPr>
            </a:pPr>
            <a:r>
              <a:t>4.10 Tənzimləmələr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Uzaq yeniləmə, VPS Deploy, Konfiq redaktoru, Təhlükə monitoru, Özü-məhv.</a:t>
            </a:r>
          </a:p>
        </p:txBody>
      </p:sp>
      <p:pic>
        <p:nvPicPr>
          <p:cNvPr id="5" name="Picture 4" descr="16_settings_upd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647" y="1737360"/>
            <a:ext cx="10058400" cy="60878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306887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584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A8CC"/>
                </a:solidFill>
              </a:defRPr>
            </a:pPr>
            <a:r>
              <a:t>4.11 Dil seçicisi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EN, RU, AZ arasında ani keçid. Brauzerdə yadda saxlanılır.</a:t>
            </a:r>
          </a:p>
        </p:txBody>
      </p:sp>
      <p:pic>
        <p:nvPicPr>
          <p:cNvPr id="5" name="Picture 4" descr="20_lang_swi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0847" y="1737360"/>
            <a:ext cx="3810000" cy="1905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306887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584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A8CC"/>
                </a:solidFill>
              </a:defRPr>
            </a:pPr>
            <a:r>
              <a:t>5. Çoxlu kabinetlər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Bir VPS 100-ə qədər təcrid olunmuş otağa xidmət göstərir.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Hər kabinet = unikal token + şifrə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Otaqlar avtomatik yaradılır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Məlumatlar təcrid olunur (şəkillər, səs, fayllar)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Vacib: Eyni tokeni fərqli obyektlər üçün istifadə etməyin!</a:t>
            </a:r>
          </a:p>
        </p:txBody>
      </p:sp>
      <p:pic>
        <p:nvPicPr>
          <p:cNvPr id="5" name="Picture 4" descr="syn_conf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3200400"/>
            <a:ext cx="41148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306887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584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A8CC"/>
                </a:solidFill>
              </a:defRPr>
            </a:pPr>
            <a:r>
              <a:t>6. Yeniləmə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Brauzerdən: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Tənzimləmələr → VPS Deploy → Hamısını yüklə → Yenidən başlat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DLL yeniləmə: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Tənzimləmələr → Yeniləmə → URL → Yenilə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7 addım: Endir → Defender → Dayan → Əvəz → Başlat → Defender → Tamamlandı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Konfiq (yenidən quraşdırmadan):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Tənzimləmələr → Konfiq redaktoru → Yüklə → Redaktə → Saxla (hot-reload)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Yenidən başlat: Tənzimləmələr → ↻ (~5 saniyə)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306887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584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A8CC"/>
                </a:solidFill>
              </a:defRPr>
            </a:pPr>
            <a:r>
              <a:t>7. Diaqnostika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A8CC"/>
                </a:solidFill>
              </a:defRPr>
            </a:pPr>
            <a:r>
              <a:t>⚠ Obyekt qoşulmur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0972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→ port: 443, use_tls: true yoxlayın. netstat → ESTABLISHED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A8CC"/>
                </a:solidFill>
              </a:defRPr>
            </a:pPr>
            <a:r>
              <a:t>⚠ Auth failed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1031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→ Token/şifrə uyğunsuzluğu. 3 uğursuzluqdan sonra 5 dəq gözləmə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A8CC"/>
                </a:solidFill>
              </a:defRPr>
            </a:pPr>
            <a:r>
              <a:t>⚠ Axın başlamır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31089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→ STUN/TURN tənzimləmələrini yoxlayın. WebRTC söndürün → JPEG fallback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148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A8CC"/>
                </a:solidFill>
              </a:defRPr>
            </a:pPr>
            <a:r>
              <a:t>⚠ Yavaş fayllar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41148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→ Normal 1.5-2.5 MB/s TLS ilə. Çox klient kanala bölüşür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1206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A8CC"/>
                </a:solidFill>
              </a:defRPr>
            </a:pPr>
            <a:r>
              <a:t>⚠ Yüksək CPU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512064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→ Threat Monitor / Event Log cleaner söndürün. Streaming zamanı normaldır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405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8628" y="1097280"/>
            <a:ext cx="1534438" cy="228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3840480"/>
            <a:ext cx="121916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A8CC"/>
                </a:solidFill>
              </a:defRPr>
            </a:pPr>
            <a:r>
              <a:t>Prometey v1.0.95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754880"/>
            <a:ext cx="121916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888888"/>
                </a:solidFill>
              </a:defRPr>
            </a:pPr>
            <a:r>
              <a:t>Uzaq İdarəetmə Sistemi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