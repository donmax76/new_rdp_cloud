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405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14400"/>
            <a:ext cx="438912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8888"/>
                </a:solidFill>
                <a:latin typeface="Arial"/>
              </a:rPr>
              <a:t>v1.0.250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3566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Система удалённого управления и мониторинга</a:t>
            </a:r>
          </a:p>
          <a:p>
            <a:pPr algn="l"/>
            <a:r>
              <a:rPr sz="1300" b="0">
                <a:solidFill>
                  <a:srgbClr val="4FC3F7"/>
                </a:solidFill>
                <a:latin typeface="Arial"/>
              </a:rPr>
              <a:t>Remote Management &amp; Monitoring System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Arial"/>
              </a:rPr>
              <a:t>Uzaqdan İdarəetmə və Monitorinq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Mündəricat / Содержание /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1.  Sistem icmalı / Обзор системы / System Overview ............... 3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2.  VPS quraşdırması / Установка VPS / VPS Setup ................... 4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3.  Obyektə quraşdırma / Установка на хост / Host Install ......... 5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4.  Klient interfeysi / Интерфейс / Client Interface ................. 6–16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5.  Çoxlu kabinetlər / Мультикабинеты / Multi-Cabinet ............. 17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6.  Yeniləmə / Обновление / Remote Update ........................... 18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7.  Diaqnostika / Диагностика / Diagnostics ...........................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1. Sistem icmalı / Обзор /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Data — Windows maşınlarını veb-brauzer vasitəsilə uzaqdan idarə etmək üçün sistem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Data — система удалённого управления Windows через браузер</a:t>
            </a:r>
          </a:p>
          <a:p>
            <a:pPr algn="l"/>
            <a:r>
              <a:rPr sz="1100" b="0">
                <a:solidFill>
                  <a:srgbClr val="888888"/>
                </a:solidFill>
                <a:latin typeface="Arial"/>
              </a:rPr>
              <a:t>EN: Data — remote control system for Windows via browser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Components: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• Host (pnpext.dll)   • VPS Relay (Python+nginx)   • Web Client (HTML5)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Features: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Screen H.264/MJPEG · Files · Terminal · Processes · Audio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Screenshots · Registry · EventLog · Services · Programs</a:t>
            </a:r>
          </a:p>
        </p:txBody>
      </p:sp>
      <p:pic>
        <p:nvPicPr>
          <p:cNvPr id="5" name="Picture 4" descr="syn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2. VPS quraşdırması / Установка VPS / VPS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Requires: Ubuntu 20.04+ / Debian, root, 1+ GB RAM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Steps: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1. Upload files (scp)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2. Run:  sudo bash deploy-vps.sh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3. Script auto-configures nginx, relay, TLS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Result:  Web panel → https://VPS_IP/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RU: Скрипт автоматически настраивает nginx, relay, TLS</a:t>
            </a:r>
          </a:p>
          <a:p>
            <a:pPr algn="l"/>
            <a:r>
              <a:rPr sz="1100" b="0">
                <a:solidFill>
                  <a:srgbClr val="888888"/>
                </a:solidFill>
                <a:latin typeface="Arial"/>
              </a:rPr>
              <a:t>AZ: Skript avtomatik nginx, relay, TLS quraşdırır</a:t>
            </a:r>
          </a:p>
        </p:txBody>
      </p:sp>
      <p:pic>
        <p:nvPicPr>
          <p:cNvPr id="5" name="Picture 4" descr="syn_vps_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3. Obyektə quraşdırma / Установка / Host Install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Files: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pnpext.dll  ·  pnpext.sys (encrypted config)  ·  install.bat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Run install.bat as Administrator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Service: MspIscSvc — auto-starts on Windows boot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install.bat Administrator kimi işə salın</a:t>
            </a:r>
          </a:p>
          <a:p>
            <a:pPr algn="l"/>
            <a:r>
              <a:rPr sz="1100" b="0">
                <a:solidFill>
                  <a:srgbClr val="888888"/>
                </a:solidFill>
                <a:latin typeface="Arial"/>
              </a:rPr>
              <a:t>RU: Запустить install.bat от администратора</a:t>
            </a:r>
          </a:p>
        </p:txBody>
      </p:sp>
      <p:pic>
        <p:nvPicPr>
          <p:cNvPr id="5" name="Picture 4" descr="syn_host_inst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4.1 Giriş / Вход /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Open https://VPS_IP/ → Enter login + password → Connect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Откройте https://VPS_IP/ → Введите логин и пароль → Подключиться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https://VPS_IP/ açın → Giriş + şifrəni daxil edin → Qoşul basın</a:t>
            </a:r>
          </a:p>
        </p:txBody>
      </p:sp>
      <p:pic>
        <p:nvPicPr>
          <p:cNvPr id="5" name="Picture 4" descr="0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4.2 Panel / Дашборд /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CPU, RAM, GPU, Disk — real-time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VPS1 + VPS2 cards   ·   Speed test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Activity log  @username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CPU, RAM, GPU, диск в реальном времени. Карточки VPS1+VPS2. Тест скорости.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CPU, RAM, GPU, disk — real vaxt. VPS1+VPS2 kartları. Sürət testi.</a:t>
            </a:r>
          </a:p>
        </p:txBody>
      </p:sp>
      <p:pic>
        <p:nvPicPr>
          <p:cNvPr id="5" name="Picture 4" descr="0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4.3 Ekran / Экран /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Live stream H.264 / MJPEG,  60 FPS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Action buttons: Fit/Fill · Screenshot · Audio · Record · Fullscreen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Прямая трансляция H.264/MJPEG, 60 FPS.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    Кнопки: Вписать · Скриншот · Звук · Запись · Полный экран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Canlı axın H.264/MJPEG, 60 FPS.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    Düymələr: Fit · Ekran şəkli · Səs · Yaz · Tam ekran</a:t>
            </a:r>
          </a:p>
        </p:txBody>
      </p:sp>
      <p:pic>
        <p:nvPicPr>
          <p:cNvPr id="5" name="Picture 4" descr="06_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4.4 Fayllar / Файлы /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Full filesystem access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Download / Upload   ·   Drag &amp; drop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~2 MB/s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Полный доступ к файловой системе. Скачать/Загрузить. ~2 МБ/с.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Fayl sisteminə tam giriş. Endir/Yüklə. Sürükle-burax. ~2 MB/s.</a:t>
            </a:r>
          </a:p>
        </p:txBody>
      </p:sp>
      <p:pic>
        <p:nvPicPr>
          <p:cNvPr id="5" name="Picture 4" descr="07_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4.5 Proseslər / Процессы / Processes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PID · Name · CPU% · RAM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Kill · Start as SYSTEM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Services: Start / Stop / Restart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PID, имя, CPU%, RAM. Завершить, Запустить как SYSTEM. Службы: Старт/Стоп.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PID, ad, CPU%, RAM. Bitir, SYSTEM kimi başlat. Xidmətlər: Başlat/Dayan.</a:t>
            </a:r>
          </a:p>
        </p:txBody>
      </p:sp>
      <p:pic>
        <p:nvPicPr>
          <p:cNvPr id="5" name="Picture 4" descr="08_proce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4.6 Terminal / Терминал /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cmd + PowerShell,  runs as SYSTEM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Real-time output</a:t>
            </a:r>
          </a:p>
          <a:p>
            <a:pPr algn="l"/>
            <a:r>
              <a:rPr sz="1100" b="0">
                <a:solidFill>
                  <a:srgbClr val="888888"/>
                </a:solidFill>
                <a:latin typeface="Arial"/>
              </a:rPr>
              <a:t>dir  ·  tasklist  ·  Get-Process…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cmd + PowerShell от SYSTEM. Вывод в реальном времени.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cmd + PowerShell, SYSTEM kimi. Real vaxt çıxışı.</a:t>
            </a:r>
          </a:p>
        </p:txBody>
      </p:sp>
      <p:pic>
        <p:nvPicPr>
          <p:cNvPr id="5" name="Picture 4" descr="09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4.7 Səs / Аудио / Audio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Continuous recording  OGG Opus,  5-min segments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WASAPI SYSTEM  (no privacy indicator)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DSP: denoise · hum filter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Live listen: WASAPI loopback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Непрерывная запись OGG Opus, 5-мин сегменты. WASAPI SYSTEM (без индикатора). Живое прослушивание.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Davamlı yazma OGG Opus, 5 dəq seqmentlər. WASAPI SYSTEM. Canlı dinləmə.</a:t>
            </a:r>
          </a:p>
        </p:txBody>
      </p:sp>
      <p:pic>
        <p:nvPicPr>
          <p:cNvPr id="5" name="Picture 4" descr="10_au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4.8 Ekran şəkilləri / Скриншоты /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Auto every 10 s  (configurable)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Gallery with inline preview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Filter by app  ·  Quality / scale settings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Авто каждые 10 сек. Галерея с предпросмотром. Фильтр по приложению.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Avto hər 10 san. Önizləmə ilə qalereya. Tətbiqə görə filtr.</a:t>
            </a:r>
          </a:p>
        </p:txBody>
      </p:sp>
      <p:pic>
        <p:nvPicPr>
          <p:cNvPr id="5" name="Picture 4" descr="11_screen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4.9 Hadisə + Reyestr / Журнал + Реестр / EventLog +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Event Log: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  Application · System · Security sources</a:t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Registry: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  HKLM · HKCU · HKCR · HKU · HKCC — browse, edit, delete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Журнал: Application/System/Security. Реестр: Полный браузер, редактирование.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Jurnal: Application/System/Security. Reyestr: Tam brauzer, redaktə.</a:t>
            </a:r>
          </a:p>
        </p:txBody>
      </p:sp>
      <p:pic>
        <p:nvPicPr>
          <p:cNvPr id="5" name="Picture 4" descr="12_event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4.10 Müdafiə / Защита /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Windows Defender management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Enable / Disable  ·  Scan threats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Event log cleanup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Управление Windows Defender. Вкл/выкл. Сканирование угроз. Очистка журнала.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Windows Defender idarəsi. Aç/bağla. Təhdid skanı. Jurnal təmizləmə.</a:t>
            </a:r>
          </a:p>
        </p:txBody>
      </p:sp>
      <p:pic>
        <p:nvPicPr>
          <p:cNvPr id="5" name="Picture 4" descr="19_settings_thre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4.11 Tənzimləmələr / Настройки /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4 tabs: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Update — remote DLL update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Deploy — VPS config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Config — agent params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Threat — security monitor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4 вкладки: Обновление · Развёртывание · Конфиг · Угрозы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4 tab: Yeniləmə · Deploy · Konfiq · Təhdid</a:t>
            </a:r>
          </a:p>
        </p:txBody>
      </p:sp>
      <p:pic>
        <p:nvPicPr>
          <p:cNvPr id="5" name="Picture 4" descr="16_settings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822960"/>
            <a:ext cx="3154680" cy="2468880"/>
          </a:xfrm>
          <a:prstGeom prst="rect">
            <a:avLst/>
          </a:prstGeom>
        </p:spPr>
      </p:pic>
      <p:pic>
        <p:nvPicPr>
          <p:cNvPr id="6" name="Picture 5" descr="17_settings_deplo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822960"/>
            <a:ext cx="3154680" cy="2468880"/>
          </a:xfrm>
          <a:prstGeom prst="rect">
            <a:avLst/>
          </a:prstGeom>
        </p:spPr>
      </p:pic>
      <p:pic>
        <p:nvPicPr>
          <p:cNvPr id="7" name="Picture 6" descr="18_settings_conf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3474720"/>
            <a:ext cx="3154680" cy="2468880"/>
          </a:xfrm>
          <a:prstGeom prst="rect">
            <a:avLst/>
          </a:prstGeom>
        </p:spPr>
      </p:pic>
      <p:pic>
        <p:nvPicPr>
          <p:cNvPr id="8" name="Picture 7" descr="19_settings_thre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3474720"/>
            <a:ext cx="3154680" cy="2468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5. Çoxlu kabinetlər / Мультикабинеты / Multi-Cabinet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One VPS serves 100+ isolated rooms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Admin role: all features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Operator role: permitted tabs only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Each operator @username logged in Activity Log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RU: Один VPS — 100+ кабинетов. Admin: полный доступ. Operator: только разрешённые вкладки. @имя в журнале.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AZ: Bir VPS — 100+ kabinet. Admin: tam giriş. Operator: icazəli tablar. @ad jurnalda.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6. Yeniləmə / Обновление / Remote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5120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5 steps: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1. Upload pnpext.dll to VPS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2. Click "Update Agent"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3. Agent downloads  ~15–30 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4. Brief disconnect  ~5 s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5. Status Online — done.  No physical access needed.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RU: 1. Загрузить pnpext.dll  2. Нажать "Обновить агент"  3. ~15-30с  4. ~5с разрыв  5. Online.</a:t>
            </a:r>
          </a:p>
          <a:p>
            <a:pPr algn="l"/>
            <a:r>
              <a:rPr sz="1000" b="0">
                <a:solidFill>
                  <a:srgbClr val="4FC3F7"/>
                </a:solidFill>
                <a:latin typeface="Arial"/>
              </a:rPr>
              <a:t>AZ: 1. pnpext.dll yüklə  2. "Agenti yenilə" bas  3. ~15-30s  4. ~5s kəsilmə  5. Online.</a:t>
            </a:r>
          </a:p>
        </p:txBody>
      </p:sp>
      <p:pic>
        <p:nvPicPr>
          <p:cNvPr id="5" name="Picture 4" descr="16_settings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822960"/>
            <a:ext cx="6309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"/>
            <a:ext cx="310896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" y="457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7. Diaqnostika / Диагностика /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C3F7"/>
                </a:solidFill>
                <a:latin typeface="Arial"/>
              </a:rPr>
              <a:t>AZ: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⚠ Qoşulmur → port 443, use_tls: true yoxlayın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⚠ Auth failed → Token/şifrə yanlışdır. 3 cəhd → 5 dəq gözləmə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⚠ Axın başlamır → STUN/TURN yoxlayın, WebRTC söndürün → MJPEG</a:t>
            </a:r>
          </a:p>
          <a:p>
            <a:pPr algn="l"/>
            <a:r>
              <a:rPr sz="1100" b="0">
                <a:solidFill>
                  <a:srgbClr val="4FC3F7"/>
                </a:solidFill>
                <a:latin typeface="Arial"/>
              </a:rPr>
              <a:t>⚠ Yavaş fayllar → Normal 1.5–2.5 MB/s TLS ilə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RU: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⚠ Не подключается → проверьте port 443, use_tls: true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⚠ Auth failed → Неверный логин/пароль. 3 попытки → пауза 5 мин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⚠ Стрим не стартует → проверьте STUN/TURN, отключите WebRTC → MJPEG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⚠ Медленные файлы → Норма 1.5–2.5 MB/s с TLS</a:t>
            </a:r>
          </a:p>
          <a:p>
            <a:pPr algn="l"/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100" b="1">
                <a:solidFill>
                  <a:srgbClr val="888888"/>
                </a:solidFill>
                <a:latin typeface="Arial"/>
              </a:rPr>
              <a:t>EN:</a:t>
            </a:r>
          </a:p>
          <a:p>
            <a:pPr algn="l"/>
            <a:r>
              <a:rPr sz="1100" b="0">
                <a:solidFill>
                  <a:srgbClr val="888888"/>
                </a:solidFill>
                <a:latin typeface="Arial"/>
              </a:rPr>
              <a:t>⚠ Not connecting → check port 443, use_tls: true</a:t>
            </a:r>
          </a:p>
          <a:p>
            <a:pPr algn="l"/>
            <a:r>
              <a:rPr sz="1100" b="0">
                <a:solidFill>
                  <a:srgbClr val="888888"/>
                </a:solidFill>
                <a:latin typeface="Arial"/>
              </a:rPr>
              <a:t>⚠ Auth failed → Wrong credentials. 3 failures → 5 min pause</a:t>
            </a:r>
          </a:p>
          <a:p>
            <a:pPr algn="l"/>
            <a:r>
              <a:rPr sz="1100" b="0">
                <a:solidFill>
                  <a:srgbClr val="888888"/>
                </a:solidFill>
                <a:latin typeface="Arial"/>
              </a:rPr>
              <a:t>⚠ Stream won't start → check STUN/TURN, disable WebRTC → MJPEG fallback</a:t>
            </a:r>
          </a:p>
          <a:p>
            <a:pPr algn="l"/>
            <a:r>
              <a:rPr sz="1100" b="0">
                <a:solidFill>
                  <a:srgbClr val="888888"/>
                </a:solidFill>
                <a:latin typeface="Arial"/>
              </a:rPr>
              <a:t>⚠ Slow files → Normal 1.5–2.5 MB/s with TLS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405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6" y="11887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32918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Data v1.0.250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6908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FC3F7"/>
                </a:solidFill>
                <a:latin typeface="Arial"/>
              </a:rPr>
              <a:t>Uzaq İdarəetmə Sistemi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Система удалённого управления</a:t>
            </a:r>
          </a:p>
          <a:p>
            <a:pPr algn="ctr"/>
            <a:r>
              <a:rPr sz="1300" b="0">
                <a:solidFill>
                  <a:srgbClr val="888888"/>
                </a:solidFill>
                <a:latin typeface="Arial"/>
              </a:rPr>
              <a:t>Remote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46520"/>
            <a:ext cx="621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