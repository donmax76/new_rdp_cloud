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731520"/>
            <a:ext cx="2286000" cy="2560320"/>
          </a:xfrm>
          <a:prstGeom prst="rect">
            <a:avLst/>
          </a:prstGeom>
          <a:solidFill>
            <a:srgbClr val="002535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00D9FF"/>
                </a:solidFill>
              </a:rPr>
              <a:t>PROMETEY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</a:rPr>
              <a:t>v1.0.250  ·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6EDF3"/>
                </a:solidFill>
              </a:rPr>
              <a:t>Система удалённого управления и мониторинга  (RU)</a:t>
            </a:r>
          </a:p>
          <a:p>
            <a:pPr algn="ctr"/>
            <a:r>
              <a:rPr sz="1300" b="0">
                <a:solidFill>
                  <a:srgbClr val="8B949E"/>
                </a:solidFill>
              </a:rPr>
              <a:t>Remote Management &amp; Monitoring System  (EN)</a:t>
            </a:r>
          </a:p>
          <a:p>
            <a:pPr algn="ctr"/>
            <a:r>
              <a:rPr sz="1300" b="0">
                <a:solidFill>
                  <a:srgbClr val="8B949E"/>
                </a:solidFill>
              </a:rPr>
              <a:t>Uzaqdan İdarəetmə və Monitorinq Sistemi  (AZ)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6126480"/>
            <a:ext cx="1554480" cy="320040"/>
          </a:xfrm>
          <a:prstGeom prst="rect">
            <a:avLst/>
          </a:prstGeom>
          <a:solidFill>
            <a:srgbClr val="002535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6144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9FF"/>
                </a:solidFill>
              </a:rPr>
              <a:t>TLS 1.3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6126480"/>
            <a:ext cx="1554480" cy="320040"/>
          </a:xfrm>
          <a:prstGeom prst="rect">
            <a:avLst/>
          </a:prstGeom>
          <a:solidFill>
            <a:srgbClr val="002535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6144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9FF"/>
                </a:solidFill>
              </a:rPr>
              <a:t>AES-256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0" y="6126480"/>
            <a:ext cx="1554480" cy="320040"/>
          </a:xfrm>
          <a:prstGeom prst="rect">
            <a:avLst/>
          </a:prstGeom>
          <a:solidFill>
            <a:srgbClr val="002535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6144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9FF"/>
                </a:solidFill>
              </a:rPr>
              <a:t>Stage-2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6126480"/>
            <a:ext cx="1554480" cy="320040"/>
          </a:xfrm>
          <a:prstGeom prst="rect">
            <a:avLst/>
          </a:prstGeom>
          <a:solidFill>
            <a:srgbClr val="002535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6144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9FF"/>
                </a:solidFill>
              </a:rPr>
              <a:t>DACL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6126480"/>
            <a:ext cx="1554480" cy="320040"/>
          </a:xfrm>
          <a:prstGeom prst="rect">
            <a:avLst/>
          </a:prstGeom>
          <a:solidFill>
            <a:srgbClr val="002535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61447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9FF"/>
                </a:solidFill>
              </a:rPr>
              <a:t>WASAPI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HİSSƌ 1  ·  Sistem Arxitekturaı / Архитектура /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EDF3"/>
                </a:solidFill>
              </a:rPr>
              <a:t>Necə İşləyir?  /  Как это работает?  /  How it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329184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9FF"/>
                </a:solidFill>
              </a:rPr>
              <a:t>Obyekt / Объект
Object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116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Windows PC
pnpext.dll
MspIscSvc service</a:t>
            </a:r>
          </a:p>
        </p:txBody>
      </p:sp>
      <p:sp>
        <p:nvSpPr>
          <p:cNvPr id="12" name="Oval 11"/>
          <p:cNvSpPr/>
          <p:nvPr/>
        </p:nvSpPr>
        <p:spPr>
          <a:xfrm>
            <a:off x="3657600" y="2560320"/>
            <a:ext cx="822960" cy="0"/>
          </a:xfrm>
          <a:prstGeom prst="ellipse">
            <a:avLst/>
          </a:prstGeom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9FF"/>
                </a:solidFill>
              </a:rPr>
              <a:t>WSS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188720"/>
            <a:ext cx="329184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325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9FF"/>
                </a:solidFill>
              </a:rPr>
              <a:t>VPS Server
VPS-сервер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116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server.py relay
nginx + TLS 1.3
Port 443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2560320"/>
            <a:ext cx="822960" cy="0"/>
          </a:xfrm>
          <a:prstGeom prst="ellipse">
            <a:avLst/>
          </a:prstGeom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2331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9FF"/>
                </a:solidFill>
              </a:rPr>
              <a:t>WSS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1188720"/>
            <a:ext cx="3291840" cy="34747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132588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9FF"/>
                </a:solidFill>
              </a:rPr>
              <a:t>Operator / Оператор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01168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6EDF3"/>
                </a:solidFill>
              </a:rPr>
              <a:t>Chrome / Edge
No install needed
Any device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Obyekt ve operator hecer birbacha baglenmır — yalnız VPS vasitesiyle. (AZ)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166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Объект и оператор никогда не соединяются напрямую — только через VPS.  |  EN: Never direct — only through VPS relay.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HİSSƌ 2  ·  İmkanlar / Возможности /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</a:rPr>
              <a:t>Bütün funksiyalar brauzerdə  /  Все функции в браузере  /  All features in browser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36576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Ekran Yayımı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Tрансляция экрана / Screen Stream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MJPEG/H.264, 60 FPS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097280"/>
            <a:ext cx="36576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Fayl Meneceri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Файловый менеджер / File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Upload / Download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097280"/>
            <a:ext cx="36576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7" y="11887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Prosesler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Процессы / Processes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19659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Kill / Start /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36576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3017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Terminal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Терминал / 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794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cmd + PowerShell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926080"/>
            <a:ext cx="36576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3017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Reyestr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7408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Реестр / Registry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3794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HKLM/HKCU/HKCR/...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2926080"/>
            <a:ext cx="36576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30175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Ekran Goruntusu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3429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Скриншоты / Screenshots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3794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Auto, gallery, preview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754880"/>
            <a:ext cx="36576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Audio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Аудио / Audio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5623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OGG Opus, DSP chain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4754880"/>
            <a:ext cx="36576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7408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Lövhə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07408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Дашборд /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07408" y="5623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CPU/RAM/GPU/Disk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0" y="4754880"/>
            <a:ext cx="3657600" cy="1600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9327" y="484632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Mudafiə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Защита / Defense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7" y="5623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Defender + EventLog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4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Monitorinq Lövhəsi / Панель мониторинга /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</a:rPr>
              <a:t>Real vaxt monitoring  /  Мониторинг в реальном времени  /  Real-time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5778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9FF"/>
                </a:solidFill>
              </a:rPr>
              <a:t>CPU / RAM / GPU / Disk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Real vaxt sistemin metrikalari
RU: Метрики системы в реальном времени
EN: Real-time system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5778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34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9FF"/>
                </a:solidFill>
              </a:rPr>
              <a:t>VPS1 + VPS2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373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Mustaqil ↻ yenileme duymeleri
RU: Независимые кнопки обновления
EN: Independent ↻ refresh buttons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11880"/>
            <a:ext cx="55778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9FF"/>
                </a:solidFill>
              </a:rPr>
              <a:t>Suret Testi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VPS baglantisinin sureti
RU: Скорость соединения с VPS
EN: VPS connection speed test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611880"/>
            <a:ext cx="557784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9FF"/>
                </a:solidFill>
              </a:rPr>
              <a:t>@username Aktivlik Jurnali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Kim, ne, ne vaxt
RU: Кто, что, когда — @имя
EN: Who, what, when — @username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5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Ekran Yayımı / Трансляция экрана / Screen Stream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</a:rPr>
              <a:t>Live stream + action buttons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Stream Parametrləri / Параметры: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FPS 1-60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5544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Kadr sureti / Частота кадров / Frame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Keyfiyyət 1-100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JPEG sıxışdırma / JPEG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Miqyas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468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Obyektdə kiciltme / Downscale on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Kodek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926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MJPEG / H.264 (secilir / выбирается)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Emeliyyat Duymeleri (aşağı-sağda üzen panel):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5087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Кнопки управления (плавающая панель)  /  EN: Action buttons pill (bottom-right)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965960"/>
            <a:ext cx="640080" cy="411480"/>
          </a:xfrm>
          <a:prstGeom prst="rect">
            <a:avLst/>
          </a:prstGeom>
          <a:solidFill>
            <a:srgbClr val="002535"/>
          </a:solidFill>
          <a:ln w="952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202996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9FF"/>
                </a:solidFill>
              </a:rPr>
              <a:t>[FIT]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029967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Fit/Fill — tam ekran / вписать/заполнить / fit or fill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487168"/>
            <a:ext cx="640080" cy="411480"/>
          </a:xfrm>
          <a:prstGeom prst="rect">
            <a:avLst/>
          </a:prstGeom>
          <a:solidFill>
            <a:srgbClr val="002535"/>
          </a:solidFill>
          <a:ln w="952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551175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9FF"/>
                </a:solidFill>
              </a:rPr>
              <a:t>[CAM]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551175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Screenshot — PNG → Yuklemeler / Загрузки / Downloads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008375"/>
            <a:ext cx="640080" cy="411480"/>
          </a:xfrm>
          <a:prstGeom prst="rect">
            <a:avLst/>
          </a:prstGeom>
          <a:solidFill>
            <a:srgbClr val="002535"/>
          </a:solidFill>
          <a:ln w="952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3072383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9FF"/>
                </a:solidFill>
              </a:rPr>
              <a:t>[SND]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072383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Sistem sesi — WASAPI loopback / Системный звук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529583"/>
            <a:ext cx="640080" cy="411480"/>
          </a:xfrm>
          <a:prstGeom prst="rect">
            <a:avLst/>
          </a:prstGeom>
          <a:solidFill>
            <a:srgbClr val="002535"/>
          </a:solidFill>
          <a:ln w="952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3593591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9FF"/>
                </a:solidFill>
              </a:rPr>
              <a:t>[REC]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3593591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Video yazma → .webm / Запись видео / Record video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4050791"/>
            <a:ext cx="640080" cy="411480"/>
          </a:xfrm>
          <a:prstGeom prst="rect">
            <a:avLst/>
          </a:prstGeom>
          <a:solidFill>
            <a:srgbClr val="002535"/>
          </a:solidFill>
          <a:ln w="9525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41148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9FF"/>
                </a:solidFill>
              </a:rPr>
              <a:t>[FS]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Tam ekran rejimi / Полный экран / Fullscreen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669280"/>
            <a:ext cx="11430000" cy="548640"/>
          </a:xfrm>
          <a:prstGeom prst="rect">
            <a:avLst/>
          </a:prstGeom>
          <a:solidFill>
            <a:srgbClr val="1A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73328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3B341"/>
                </a:solidFill>
              </a:rPr>
              <a:t>IMPORTANT: [SND] sistem sesini [REC]-DEN EVVEL aktivlesdirin ki video sesle yazilsin.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6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Fayl Meneceri / Файловый менеджер / File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</a:rPr>
              <a:t>Tam fayl sistemi girisi  /  Полный доступ к файловой системе  /  Full filesystem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88720"/>
            <a:ext cx="11430000" cy="109728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Butun suruculer, gizli ve sistem fayllar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Все диски, скрытые и системные файлы
EN: All drives, hidden/system files visible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68880"/>
            <a:ext cx="11430000" cy="109728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56032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Yukle: fayl adina klik → segment kocurme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Скачать: кликнуть по имени файла
EN: Download: click filename (segments + progress)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11430000" cy="109728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84047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Gondər: surukle-burax ve ya Yukle duymesi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97679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Загрузить: перетащить или кнопка
EN: Upload: drag &amp; drop or Upload button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29199"/>
            <a:ext cx="11430000" cy="109728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2063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Naviqasiya: qovluglara klik, ↑ duymesi, yol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77839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Навигация: папки, кнопка ↑, хлебные крошки
EN: Navigate: click folders, ↑ button, breadcrumbs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7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Prosesler ve Servisler / Процессы и Сервисы / Processes &amp;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6EDF3"/>
                </a:solidFill>
              </a:rPr>
              <a:t>SYSTEM huquqlari ile tam idareetme  /  Полный контроль с правами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11430000" cy="118872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Proses siyahisi: PID, Ad, CPU%, 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Список процессов: PID, имя, CPU%, RAM
EN: Process list: PID, name, CPU%, RAM — all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11430000" cy="118872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Secin → Bitir duymesi (tesdiq yoxdur)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632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Выбрать → кнопка Завершить (без подтверждения)
EN: Select → Kill button (no confirmation prompt)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86200"/>
            <a:ext cx="11430000" cy="118872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"Baslat" sahesi + Enter → SYSTEM-den proqram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Поле "Запустить" + Enter → от SYSTEM
EN: Run field + Enter → launches as SYSTEM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257800"/>
            <a:ext cx="11430000" cy="1188720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492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Servisler tabi: Başlat/Dayandır/Yeniden Başlat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Сервисы: Запуск/Стоп, тип запуска Авто/Ручной
EN: Services: Start/Stop/Restart, change startup 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8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Terminal + Reyestr / Терминал + Реестр / Terminal +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SYSTEM seviyyesinde tam erar / Полный контроль на уровне SYSTEM / Full SYSTEM-level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48640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9FF"/>
                </a:solidFill>
              </a:rPr>
              <a:t>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EDF3"/>
                </a:solidFill>
              </a:rPr>
              <a:t>cmd + PowerShell, SYSTEM (maks imtiyazlar)
RU: Максимальные привилегии от SYSTEM
EN: Maximum privileges as SYSTEM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14600"/>
            <a:ext cx="5212080" cy="13716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2A8FF"/>
                </a:solidFill>
              </a:rPr>
              <a:t>dir C:\Users
tasklist | findstr chrome
Get-Process | Sort CPU -Desc | Select -First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3B341"/>
                </a:solidFill>
              </a:rPr>
              <a:t>XEBERDARLIQ: pause, choice kimi emirler donub qala biler.
RU: Интерактивные команды могут зависнуть.
EN: Interactive commands may hang — use -Force flags.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097280"/>
            <a:ext cx="557784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9FF"/>
                </a:solidFill>
              </a:rPr>
              <a:t>REYESTR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HKLM  HKCU  HKCR  HKU  HKCC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Все ключи реестра Windows  /  EN: All Windows registry hives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060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Oxu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6060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Acacara klik — dəyərləri sag panelə goster
RU: Клик по ключу — значения справа
EN: Click key to view values on 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520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Deyis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5204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Dəyərə sag klik → Deyis
RU: ПКМ по значению → Изменить
EN: Right-click value → Edit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4348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Sil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443484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Sag klik → Sil (geri alinamaz!)
RU: ПКМ → Удалить (необратимо!)
EN: Right-click → Delete (irreversible!)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9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Ekran Goruntusu + Audio / Скриншоты + Аудио / Screenshots +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</a:rPr>
              <a:t>Avtomatik izleme  /  Автоматический мониторинг  /  Automatic 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548640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9FF"/>
                </a:solidFill>
              </a:rPr>
              <a:t>EKRAN GORUNTUSU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Скриншоты  /  EN: Screenshots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Avto her 10 san (qurasdirila biler)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957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Авто каждые 10 сек  /  EN: Auto every 10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VPS-de saxlanilir, qalereyada baxilir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101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На VPS, просмотр в браузере  /  EN: Stored on VPS, gallery 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Klikle → on izleme → tam ekran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24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Клик → предпросмотр → полный экран  /  EN: Click → preview → fullscreen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54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Sildikde aciq goruntu avto temizlenir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38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При удалении предпросмотр очищается  /  EN: Delete auto-clears open preview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97280"/>
            <a:ext cx="5577840" cy="5120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9FF"/>
                </a:solidFill>
              </a:rPr>
              <a:t>AUDIO YAZMA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645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Аудио запись  /  EN: Audio Recording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011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Fasilesiz mikrofon yazma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957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Непрерывная запись микрофона  /  EN: Continuous mic recording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26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OGG Opus, 5 deq seqmentler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101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5-мин сегменты  /  EN: OGG Opus, 5-min segments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Daxili audio pleyer — sildikde temizlenir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245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Встроенный плеер — при удалении очищается  /  EN: Built-in player — delete clears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6EDF3"/>
                </a:solidFill>
              </a:rPr>
              <a:t>WASAPI SYSTEM — mikrofon ikonu gorünmür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1389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Нет индикатора микрофона  /  EN: No mic privacy indicator shown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10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Tehlukesizlik / Безопасность / 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7 mustaqil muhafize layi  /  7 независимых уровней защиты  /  7 independent protection 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57784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TLS 1.3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6733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Butun trafik sifreli  /  Весь трафик зашифрован  /  All traffic encrypted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57784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5272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AES-256-CBC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7335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Konfiq diskde sifreli (pnpext.sys)  /  Конфиг зашифрован на диске  /  Config encrypted on disk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06040"/>
            <a:ext cx="557784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157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AES-256-GCM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3639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Stage-2 modullar yalniz RAM-da  /  Модули только в RAM  /  Stage-2 modules RAM-only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06040"/>
            <a:ext cx="557784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157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PBKDF2-HMAC-SHA256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3639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100,000 iterasiya  /  100,000 итераций  /  100,000 iterations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69080"/>
            <a:ext cx="557784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788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DACL muhafizesi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9943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Servis dayndırıla bilmez  /  Службу нельзя остановить  /  Service cannot be stopped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069080"/>
            <a:ext cx="557784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1788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Rol esasli giris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59943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Admin / Operator ayrilmasi  /  Разграничение прав  /  Role-based access control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32120"/>
            <a:ext cx="5577840" cy="1280160"/>
          </a:xfrm>
          <a:prstGeom prst="rect">
            <a:avLst/>
          </a:prstGeom>
          <a:solidFill>
            <a:srgbClr val="161B22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64184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9FF"/>
                </a:solidFill>
              </a:rPr>
              <a:t>@username audit jurnali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062472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DF3"/>
                </a:solidFill>
              </a:rPr>
              <a:t>Butun emeliyyatlar qeyd edilir  /  Все действия записаны  /  All actions logged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11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Istifadeci Idaresi / Управление пользователями / User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</a:rPr>
              <a:t>Coxlu operatorlu sistem  /  Мультиоператорная система  /  Multi-operator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530352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258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9FF"/>
                </a:solidFill>
              </a:rPr>
              <a:t>ADMINISTRATOR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Butun tablar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027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Все вкладки  /  EN: All tabs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İstifadeci idaresi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Управление пользователями  /  EN: User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VPS-e fayl yukleme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94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Загрузка файлов на VPS  /  EN: VPS file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062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Agent yenilemesi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Обновление агента  /  EN: Agent update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43000"/>
            <a:ext cx="557784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F88"/>
                </a:solidFill>
              </a:rPr>
              <a:t>OPERATOR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745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Yalnız icazeli tablar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24027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Только разрешённые вкладки  /  EN: Permitted tabs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51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Heç bir admin funksiyasi yoxdur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17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Без функций администратора  /  EN: No admin functions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4290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Fərdi interfeys teması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Индивидуальная тема интерфейса  /  EN: Personal UI theme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062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EDF3"/>
                </a:solidFill>
              </a:rPr>
              <a:t>@username aktivlik jurnalinda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5720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RU: @имя в журнале активности  /  EN: @username in activity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12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Uzaqdan Yenileme / Удалённое обновление / Remote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6EDF3"/>
                </a:solidFill>
              </a:rPr>
              <a:t>Fiziki giris olmadan yenileme  /  Обновление без физического доступа  /  Update without physical access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1143000"/>
            <a:ext cx="640080" cy="640080"/>
          </a:xfrm>
          <a:prstGeom prst="ellipse">
            <a:avLst/>
          </a:prstGeom>
          <a:solidFill>
            <a:srgbClr val="002535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9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430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Yeni pnpext.dll-i VPS-e yukle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581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Загрузить новый pnpext.dll на VPS  /  EN: Upload new pnpext.dll to VPS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1801368"/>
            <a:ext cx="0" cy="384048"/>
          </a:xfrm>
          <a:prstGeom prst="ellipse">
            <a:avLst/>
          </a:prstGeom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" y="2194560"/>
            <a:ext cx="640080" cy="640080"/>
          </a:xfrm>
          <a:prstGeom prst="ellipse">
            <a:avLst/>
          </a:prstGeom>
          <a:solidFill>
            <a:srgbClr val="002535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2860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9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194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"Agenti yenile" duymesinə 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6334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Нажать "Обновить агент" в браузере  /  EN: Click "Update Agent" button in browser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852928"/>
            <a:ext cx="0" cy="384048"/>
          </a:xfrm>
          <a:prstGeom prst="ellipse">
            <a:avLst/>
          </a:prstGeom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" y="3246120"/>
            <a:ext cx="640080" cy="640080"/>
          </a:xfrm>
          <a:prstGeom prst="ellipse">
            <a:avLst/>
          </a:prstGeom>
          <a:solidFill>
            <a:srgbClr val="002535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375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9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246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Agent faylı HTTPS ile yukledir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685031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Агент скачивает файл по HTTPS  /  EN: Agent downloads file via HTTPS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3904487"/>
            <a:ext cx="0" cy="384048"/>
          </a:xfrm>
          <a:prstGeom prst="ellipse">
            <a:avLst/>
          </a:prstGeom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5760" y="4297679"/>
            <a:ext cx="640080" cy="640080"/>
          </a:xfrm>
          <a:prstGeom prst="ellipse">
            <a:avLst/>
          </a:prstGeom>
          <a:solidFill>
            <a:srgbClr val="002535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3891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9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29767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Özünü evez edir, servisi yeniden basladır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3659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Заменяет себя, перезапускает сервис (15-30s)  /  EN: Replaces itself, restarts service (15-30s)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4956047"/>
            <a:ext cx="0" cy="384048"/>
          </a:xfrm>
          <a:prstGeom prst="ellipse">
            <a:avLst/>
          </a:prstGeom>
          <a:ln w="127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5760" y="5349240"/>
            <a:ext cx="640080" cy="640080"/>
          </a:xfrm>
          <a:prstGeom prst="ellipse">
            <a:avLst/>
          </a:prstGeom>
          <a:solidFill>
            <a:srgbClr val="002535"/>
          </a:solidFill>
          <a:ln w="190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4406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9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5349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EDF3"/>
                </a:solidFill>
              </a:rPr>
              <a:t>Status yeniden "Online" — hazır!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7881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</a:rPr>
              <a:t>RU: Статус снова "Online" — готово!  /  EN: Status returns "Online" — done!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solidFill>
            <a:srgbClr val="1A1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3B341"/>
                </a:solidFill>
              </a:rPr>
              <a:t>Yenileme zamanı ~5 san eleqe kesilir — bu normaldır. Windows yeniden baslatma lazım deyil.  /  RU: ~5 сек обрыв — норма. Перезагрузка не нужна.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13 /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9FF"/>
                </a:solidFill>
              </a:rPr>
              <a:t>Texniki Xüsusuiyyətlər / Технические характеристики / Technical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02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</a:rPr>
              <a:t>PROMETEY v1.0.250 — spesifikasiyalar / specifications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43000"/>
            <a:ext cx="1143000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Agent 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2527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Windows 7/8/10/11 x86/x64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11430000" cy="62179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892807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Servis /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892807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MspIscSvc, Auto-start, DACL-protected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1143000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328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Transport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5328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WebSocket TLS 1.3, port 443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39"/>
            <a:ext cx="11430000" cy="62179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17296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Video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17296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MJPEG / H.264, up to 60 FPS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03320"/>
            <a:ext cx="1143000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130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Audio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81304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OGG Opus, WASAPI loopback, DSP chain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343400"/>
            <a:ext cx="11430000" cy="62179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531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Konfiq / 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45312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AES-256-CBC + PBKDF2 (pnpext.sys)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983480"/>
            <a:ext cx="11430000" cy="62179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0932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Modullar / Modules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09320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AES-256-GCM Stage-2 (RAM-only, no disk)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623560"/>
            <a:ext cx="11430000" cy="621792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7332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9FF"/>
                </a:solidFill>
              </a:rPr>
              <a:t>İnterfeys / Interface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733288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EDF3"/>
                </a:solidFill>
              </a:rPr>
              <a:t>Chrome / Edge browser (no install required)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B949E"/>
                </a:solidFill>
              </a:rPr>
              <a:t>PROMETEY v1.0.250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B949E"/>
                </a:solidFill>
              </a:rPr>
              <a:t>14 / 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548640"/>
            <a:ext cx="2286000" cy="2286000"/>
          </a:xfrm>
          <a:prstGeom prst="rect">
            <a:avLst/>
          </a:prstGeom>
          <a:solidFill>
            <a:srgbClr val="002535"/>
          </a:solidFill>
          <a:ln w="2540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D9FF"/>
                </a:solidFill>
              </a:rPr>
              <a:t>PROMETEY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B949E"/>
                </a:solidFill>
              </a:rPr>
              <a:t>v1.0.250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4480560"/>
            <a:ext cx="6702552" cy="0"/>
          </a:xfrm>
          <a:prstGeom prst="ellipse">
            <a:avLst/>
          </a:prstGeom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6634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6EDF3"/>
                </a:solidFill>
              </a:rPr>
              <a:t>Suallar / Вопросы / Questions: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D9FF"/>
                </a:solidFill>
              </a:rPr>
              <a:t>rauf.hasanov@gmail.com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15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</a:rPr>
              <a:t>© PROMETEY Remote Management System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